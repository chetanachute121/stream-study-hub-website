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56" r:id="rId2"/>
    <p:sldId id="271" r:id="rId3"/>
    <p:sldId id="272" r:id="rId4"/>
    <p:sldId id="273" r:id="rId5"/>
    <p:sldId id="270" r:id="rId6"/>
    <p:sldId id="274" r:id="rId7"/>
    <p:sldId id="277" r:id="rId8"/>
    <p:sldId id="275" r:id="rId9"/>
    <p:sldId id="269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4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09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37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50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1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97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75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6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5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104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4414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641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75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09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79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09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2CD700-B456-4319-89D3-E2B3E4FFA5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8E791-469D-4625-9D9C-526C7FD1D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905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63BC-5E18-D088-60F6-831FBB476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458" y="2961615"/>
            <a:ext cx="9149080" cy="1676400"/>
          </a:xfrm>
        </p:spPr>
        <p:txBody>
          <a:bodyPr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ea typeface="Calibri Bold" panose="020F0702030404030204" pitchFamily="34" charset="0"/>
                <a:cs typeface="Arial" panose="020B0604020202020204" pitchFamily="34" charset="0"/>
              </a:rPr>
              <a:t>G.S.COLLEGE OF COMMERCE WARDHA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ea typeface="Calibri Bold" panose="020F070203040403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ea typeface="Calibri Bold" panose="020F0702030404030204" pitchFamily="34" charset="0"/>
                <a:cs typeface="Arial" panose="020B0604020202020204" pitchFamily="34" charset="0"/>
              </a:rPr>
              <a:t>BCCA Final Year Project</a:t>
            </a:r>
            <a:br>
              <a:rPr lang="en-IN" sz="2400" b="1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</a:br>
            <a:br>
              <a:rPr lang="en-US" sz="3600" b="1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</a:br>
            <a:endParaRPr lang="en-IN" sz="3200" b="1" dirty="0">
              <a:solidFill>
                <a:schemeClr val="tx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2CF5E-C1ED-604C-21F9-11087F96A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860" y="605414"/>
            <a:ext cx="10368279" cy="1782186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Stream Study Hub</a:t>
            </a:r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Informative Educational Website</a:t>
            </a:r>
          </a:p>
          <a:p>
            <a:endParaRPr lang="en-US" sz="18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5482-40BE-846D-B42B-FAAA5BF8A9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38" y="3799815"/>
            <a:ext cx="1036319" cy="9347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A872DC-8105-69EC-83FD-E1AB89A29EF7}"/>
              </a:ext>
            </a:extLst>
          </p:cNvPr>
          <p:cNvSpPr txBox="1"/>
          <p:nvPr/>
        </p:nvSpPr>
        <p:spPr>
          <a:xfrm>
            <a:off x="9352485" y="5852160"/>
            <a:ext cx="2707435" cy="400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Ms. Chetana P. Chute</a:t>
            </a:r>
          </a:p>
        </p:txBody>
      </p:sp>
    </p:spTree>
    <p:extLst>
      <p:ext uri="{BB962C8B-B14F-4D97-AF65-F5344CB8AC3E}">
        <p14:creationId xmlns:p14="http://schemas.microsoft.com/office/powerpoint/2010/main" val="270593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FB40-2C53-C3F8-96EC-981FD88D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185B-A068-4140-7969-6E322653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C9A60-C00E-51A1-7895-8D4B42EB1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Educational website for students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Provides structured course information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Displays syllabus and semester subjects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Simple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246634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F858-6819-757A-1C90-4F77DED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B1CC-F8F8-175C-18BE-F4ED283E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D646-921B-F300-42D6-DCCCF6CD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6" y="2573081"/>
            <a:ext cx="9258633" cy="243580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Study materials are scattered across different websites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 centralized platform for course details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Students waste time searching for syllabus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organized academic information</a:t>
            </a:r>
          </a:p>
        </p:txBody>
      </p:sp>
    </p:spTree>
    <p:extLst>
      <p:ext uri="{BB962C8B-B14F-4D97-AF65-F5344CB8AC3E}">
        <p14:creationId xmlns:p14="http://schemas.microsoft.com/office/powerpoint/2010/main" val="32573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4B280-328C-0BBD-146C-1F534CA0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6A8C-58DB-F763-57C3-A4518750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C594A-E171-D533-61AE-8C4FA3AC2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 course details in one platform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Organize syllabus clearly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Make academic information easily accessible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Save time for students</a:t>
            </a:r>
          </a:p>
        </p:txBody>
      </p:sp>
    </p:spTree>
    <p:extLst>
      <p:ext uri="{BB962C8B-B14F-4D97-AF65-F5344CB8AC3E}">
        <p14:creationId xmlns:p14="http://schemas.microsoft.com/office/powerpoint/2010/main" val="347501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0741-B226-93F9-869C-BE3A8EF1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621-FB8F-6DE5-452E-A408432A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D0CF-AA69-3A6C-9ED0-AD87F1B71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HTML (Structure of web pages)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CSS (Design and layout)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Visual Studio Code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Web Browser</a:t>
            </a:r>
          </a:p>
        </p:txBody>
      </p:sp>
    </p:spTree>
    <p:extLst>
      <p:ext uri="{BB962C8B-B14F-4D97-AF65-F5344CB8AC3E}">
        <p14:creationId xmlns:p14="http://schemas.microsoft.com/office/powerpoint/2010/main" val="49289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A1B2-A8B9-C83E-CBC0-52F3BF28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4F81-FFE4-E3EA-A414-B801B595A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5083-FCAC-C37C-7BCD-0377B9AB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Home Page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Courses Section (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B.Com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BCCA, BBA)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Syllabus Page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Semester &amp; Subjects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About Us Page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9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B649-358B-9146-B8F2-3C277382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0775-E54F-2051-E5E7-0F4805EA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79495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1C3C7-F750-1F59-2B33-F5FD07D6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161601"/>
            <a:ext cx="8946542" cy="390144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Home Page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Courses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Course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View Syllabus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View Semester &amp; Subjects</a:t>
            </a:r>
          </a:p>
        </p:txBody>
      </p:sp>
    </p:spTree>
    <p:extLst>
      <p:ext uri="{BB962C8B-B14F-4D97-AF65-F5344CB8AC3E}">
        <p14:creationId xmlns:p14="http://schemas.microsoft.com/office/powerpoint/2010/main" val="78637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B74E-2B99-59EB-6AED-623C2C56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0F43-BAC3-F764-9109-BC4ACC51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FA75-C793-6A38-18CF-244938341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Saves student time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Centralized academic information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Easy to understand interface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Helpful for exam preparation</a:t>
            </a:r>
          </a:p>
        </p:txBody>
      </p:sp>
    </p:spTree>
    <p:extLst>
      <p:ext uri="{BB962C8B-B14F-4D97-AF65-F5344CB8AC3E}">
        <p14:creationId xmlns:p14="http://schemas.microsoft.com/office/powerpoint/2010/main" val="1316953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E99F-BC4B-6F2E-CD27-B028D29D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83AF-5BB8-53F2-C47F-ECC69FCF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DD84-BC67-4427-7A5E-2FF032826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7" y="2573081"/>
            <a:ext cx="8946542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Add Login &amp; Registration system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Add downloadable notes (PDF)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Add online tests and quizzes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Add Admin Panel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Convert into dynamic website using database</a:t>
            </a:r>
          </a:p>
        </p:txBody>
      </p:sp>
    </p:spTree>
    <p:extLst>
      <p:ext uri="{BB962C8B-B14F-4D97-AF65-F5344CB8AC3E}">
        <p14:creationId xmlns:p14="http://schemas.microsoft.com/office/powerpoint/2010/main" val="157455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1EB8-8CBA-569C-82B8-E44843C9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B7EA-8D5F-48A0-9B5F-0F960E6B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7" y="1262319"/>
            <a:ext cx="8946542" cy="805241"/>
          </a:xfrm>
        </p:spPr>
        <p:txBody>
          <a:bodyPr/>
          <a:lstStyle/>
          <a:p>
            <a:pPr algn="ctr"/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03D2-759A-2BFB-ECA0-2E673E002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6" y="2573081"/>
            <a:ext cx="9553273" cy="289052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Successfully developed a structured educational website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Organized course and syllabus information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Easy access for students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be enhanced with advanced features in future</a:t>
            </a:r>
          </a:p>
        </p:txBody>
      </p:sp>
    </p:spTree>
    <p:extLst>
      <p:ext uri="{BB962C8B-B14F-4D97-AF65-F5344CB8AC3E}">
        <p14:creationId xmlns:p14="http://schemas.microsoft.com/office/powerpoint/2010/main" val="340054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442B-FD5C-3006-206F-6B450CDC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29" y="2713959"/>
            <a:ext cx="8946542" cy="1430081"/>
          </a:xfrm>
        </p:spPr>
        <p:txBody>
          <a:bodyPr/>
          <a:lstStyle/>
          <a:p>
            <a:pPr algn="ctr"/>
            <a:r>
              <a:rPr lang="en-US" sz="8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THANK YOU</a:t>
            </a:r>
            <a:endParaRPr lang="en-IN" sz="8800" dirty="0"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77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599</TotalTime>
  <Words>220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 Bold</vt:lpstr>
      <vt:lpstr>Century Gothic</vt:lpstr>
      <vt:lpstr>Wingdings 3</vt:lpstr>
      <vt:lpstr>Ion</vt:lpstr>
      <vt:lpstr>G.S.COLLEGE OF COMMERCE WARDHA BCCA Final Year Project  </vt:lpstr>
      <vt:lpstr>Introduction</vt:lpstr>
      <vt:lpstr>Problem Statement</vt:lpstr>
      <vt:lpstr>Objectives</vt:lpstr>
      <vt:lpstr>Technology Used</vt:lpstr>
      <vt:lpstr>System Modules</vt:lpstr>
      <vt:lpstr>System Flow</vt:lpstr>
      <vt:lpstr>Advantages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KAMBLE</dc:creator>
  <cp:lastModifiedBy>Chetana Chute</cp:lastModifiedBy>
  <cp:revision>14</cp:revision>
  <dcterms:created xsi:type="dcterms:W3CDTF">2024-12-26T10:17:50Z</dcterms:created>
  <dcterms:modified xsi:type="dcterms:W3CDTF">2026-02-19T17:11:51Z</dcterms:modified>
</cp:coreProperties>
</file>