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63" r:id="rId5"/>
    <p:sldId id="265" r:id="rId6"/>
    <p:sldId id="267" r:id="rId7"/>
    <p:sldId id="26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4" autoAdjust="0"/>
  </p:normalViewPr>
  <p:slideViewPr>
    <p:cSldViewPr snapToGrid="0">
      <p:cViewPr varScale="1">
        <p:scale>
          <a:sx n="59" d="100"/>
          <a:sy n="59" d="100"/>
        </p:scale>
        <p:origin x="964" y="5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29415-E87F-40EB-8ADD-872304DF3E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20378AE-DA90-4F6D-AC6E-E237D042D6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F026D69-23C0-4D41-82E6-D6AF1AC9FDFA}"/>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A4068FCD-7970-4834-B7E9-62B6CA740B9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2AA0171-A537-4CFD-B52E-0272D38897C2}"/>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182539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76E5A-9CFC-4D9C-BDCD-3E82260856F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AF6D97E-315F-459A-9E0F-0145F1424A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1E6192B-CA7C-461B-A60A-CA1B916B13F4}"/>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F9DFAC70-EF42-4318-82C7-4E43AD0593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6F894C-A1AA-42FB-89EE-B908D194F8EE}"/>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1947454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E3F59-2029-48DB-A41A-8FC277F413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D3FCD47-EF44-462B-9911-B78524F7B6E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686845-61A8-408B-8D2A-C9F6FD8CEB7D}"/>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8C717ABE-D527-4017-8616-35E87F929DE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FF97387-1C35-4B39-BD24-4F215E68999F}"/>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28119327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5EFFD-2CDD-4D68-B510-CC2B5947817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F3A82-732A-4FCA-8500-53837037BC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DD02B37-1E6D-48E1-B322-511F89216B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5EF608D-0196-4A8D-B7CA-6360C7CD6B30}"/>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6" name="Footer Placeholder 5">
            <a:extLst>
              <a:ext uri="{FF2B5EF4-FFF2-40B4-BE49-F238E27FC236}">
                <a16:creationId xmlns:a16="http://schemas.microsoft.com/office/drawing/2014/main" id="{2C070C92-84C1-4FEC-A39B-01CD1409B6A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7E6E6E4-3DCF-464E-B2C0-C268C3DFCFD8}"/>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2195252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0A62B-0AD6-40AE-9E9E-84948E19616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B10A122-E821-4C9A-A925-E25DCB94A7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40229BC-09DF-4893-9128-648D3EAE08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ECF0C2E-CB0A-41B9-8960-67C3118A92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D2A596-A6AD-4EE7-AEA0-BBAC240358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8E10F11-0749-4DF7-A2C2-6FF853587C6A}"/>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8" name="Footer Placeholder 7">
            <a:extLst>
              <a:ext uri="{FF2B5EF4-FFF2-40B4-BE49-F238E27FC236}">
                <a16:creationId xmlns:a16="http://schemas.microsoft.com/office/drawing/2014/main" id="{A3A74406-609E-43AE-8CE5-5F22134F258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184FC99-8969-48D1-B705-48C1BC4E619F}"/>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645335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1A4AD-6061-4A13-89F5-C9038F747E0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44ADCB7-413C-4197-A1EA-567263705CA0}"/>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4" name="Footer Placeholder 3">
            <a:extLst>
              <a:ext uri="{FF2B5EF4-FFF2-40B4-BE49-F238E27FC236}">
                <a16:creationId xmlns:a16="http://schemas.microsoft.com/office/drawing/2014/main" id="{A7EFF627-78B2-4D4B-B306-88EA7B62F39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65E4E37-79ED-4D2B-A516-31DBB092A966}"/>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3272611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B4C660-C343-4552-AA31-A1BCBE3F02E0}"/>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3" name="Footer Placeholder 2">
            <a:extLst>
              <a:ext uri="{FF2B5EF4-FFF2-40B4-BE49-F238E27FC236}">
                <a16:creationId xmlns:a16="http://schemas.microsoft.com/office/drawing/2014/main" id="{747787E6-43F3-4125-BBE0-4B2A50CF9A8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51EDE3A5-AF47-4A3B-812A-420525A46A87}"/>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4198493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4FF9D-1CA7-41AB-9FF6-8F8928F893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50F1729-AF91-4E24-A76C-A1C5B6F01D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4E43B4F-2AFA-491A-87C7-4F6C97B1D8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E9C99E-0E95-4EAA-849B-820490484B63}"/>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6" name="Footer Placeholder 5">
            <a:extLst>
              <a:ext uri="{FF2B5EF4-FFF2-40B4-BE49-F238E27FC236}">
                <a16:creationId xmlns:a16="http://schemas.microsoft.com/office/drawing/2014/main" id="{9A4381DC-14FA-4E4E-B808-9ADD8B10801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93563A8-5113-4B2F-B7B1-92763D005534}"/>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2396728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13C8A-6C95-4F1E-B6E9-BD562EC646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D434768-7799-4A41-9165-BE4E3BE32E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E02F5B9-9566-4540-8EE2-17598B67C0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8259F6-3D46-4B47-B3B4-C5894A3B6B6F}"/>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6" name="Footer Placeholder 5">
            <a:extLst>
              <a:ext uri="{FF2B5EF4-FFF2-40B4-BE49-F238E27FC236}">
                <a16:creationId xmlns:a16="http://schemas.microsoft.com/office/drawing/2014/main" id="{1F081FC7-09AD-4A88-871A-B8FCA3A7D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9E0AF09-30D5-457B-A503-D9BB033EC776}"/>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21670714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BA2B8-D183-4D3A-BE31-BD93342EA70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31B7E3A-78B7-4669-B0ED-1AF9054F39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704B4CF-EFFA-4921-BD20-CCDF4EE7CD2C}"/>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483F78C5-A14C-409A-9594-FEB4905F20D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9391D3-2C88-48A9-95E0-C7501AB2C1D9}"/>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33992778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E02068-5BE0-479D-AE38-21A916A5C00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BB6048-8171-4716-B513-1F3ED2E3D1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13DE78E-2195-41D1-846D-21720240994A}"/>
              </a:ext>
            </a:extLst>
          </p:cNvPr>
          <p:cNvSpPr>
            <a:spLocks noGrp="1"/>
          </p:cNvSpPr>
          <p:nvPr>
            <p:ph type="dt" sz="half" idx="10"/>
          </p:nvPr>
        </p:nvSpPr>
        <p:spPr/>
        <p:txBody>
          <a:body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99BBBECD-B137-49B6-8419-760717E737E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6D80A82-80DB-46B1-A6D4-B9360A40C4F6}"/>
              </a:ext>
            </a:extLst>
          </p:cNvPr>
          <p:cNvSpPr>
            <a:spLocks noGrp="1"/>
          </p:cNvSpPr>
          <p:nvPr>
            <p:ph type="sldNum" sz="quarter" idx="12"/>
          </p:nvPr>
        </p:nvSpPr>
        <p:spPr/>
        <p:txBody>
          <a:bodyPr/>
          <a:lstStyle/>
          <a:p>
            <a:fld id="{3C9CEE7A-BAAA-4A3C-AAC9-C3ABB12CD0A7}" type="slidenum">
              <a:rPr lang="en-IN" smtClean="0"/>
              <a:t>‹#›</a:t>
            </a:fld>
            <a:endParaRPr lang="en-IN"/>
          </a:p>
        </p:txBody>
      </p:sp>
    </p:spTree>
    <p:extLst>
      <p:ext uri="{BB962C8B-B14F-4D97-AF65-F5344CB8AC3E}">
        <p14:creationId xmlns:p14="http://schemas.microsoft.com/office/powerpoint/2010/main" val="19928352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0000"/>
                <a:shade val="92000"/>
                <a:satMod val="160000"/>
              </a:schemeClr>
            </a:gs>
            <a:gs pos="77000">
              <a:schemeClr val="bg2">
                <a:tint val="100000"/>
                <a:shade val="73000"/>
                <a:satMod val="155000"/>
              </a:schemeClr>
            </a:gs>
            <a:gs pos="100000">
              <a:schemeClr val="bg2">
                <a:tint val="100000"/>
                <a:shade val="67000"/>
                <a:satMod val="145000"/>
              </a:schemeClr>
            </a:gs>
          </a:gsLst>
          <a:lin ang="5400000" scaled="0"/>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286E185-922A-4D64-8006-86B7AE196F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A0AC7EA-8870-4F48-843F-3EFA831298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8128306-43AD-4AF9-B7D2-0718177B6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CDA6CE1-BF10-4E31-B888-69360E8BB910}" type="datetimeFigureOut">
              <a:rPr lang="en-IN" smtClean="0"/>
              <a:t>11-04-2024</a:t>
            </a:fld>
            <a:endParaRPr lang="en-IN"/>
          </a:p>
        </p:txBody>
      </p:sp>
      <p:sp>
        <p:nvSpPr>
          <p:cNvPr id="5" name="Footer Placeholder 4">
            <a:extLst>
              <a:ext uri="{FF2B5EF4-FFF2-40B4-BE49-F238E27FC236}">
                <a16:creationId xmlns:a16="http://schemas.microsoft.com/office/drawing/2014/main" id="{0CF5EEFB-F96E-4D8A-9848-A7003E3069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902DE7A-E4FA-4C15-9C8D-B4BC7E6FC6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9CEE7A-BAAA-4A3C-AAC9-C3ABB12CD0A7}" type="slidenum">
              <a:rPr lang="en-IN" smtClean="0"/>
              <a:t>‹#›</a:t>
            </a:fld>
            <a:endParaRPr lang="en-IN"/>
          </a:p>
        </p:txBody>
      </p:sp>
    </p:spTree>
    <p:extLst>
      <p:ext uri="{BB962C8B-B14F-4D97-AF65-F5344CB8AC3E}">
        <p14:creationId xmlns:p14="http://schemas.microsoft.com/office/powerpoint/2010/main" val="20244863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f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EA1F4-115F-4933-9047-2E7A1D42F7C6}"/>
              </a:ext>
            </a:extLst>
          </p:cNvPr>
          <p:cNvSpPr>
            <a:spLocks noGrp="1"/>
          </p:cNvSpPr>
          <p:nvPr>
            <p:ph type="ctrTitle"/>
          </p:nvPr>
        </p:nvSpPr>
        <p:spPr>
          <a:xfrm>
            <a:off x="1186543" y="855373"/>
            <a:ext cx="7707086" cy="1839687"/>
          </a:xfrm>
        </p:spPr>
        <p:txBody>
          <a:bodyPr>
            <a:normAutofit/>
          </a:bodyPr>
          <a:lstStyle/>
          <a:p>
            <a:r>
              <a:rPr lang="en-IN" dirty="0">
                <a:latin typeface="Bodoni MT Condensed" panose="02070606080606020203" pitchFamily="18" charset="0"/>
                <a:cs typeface="Aparajita" panose="02020603050405020304" pitchFamily="18" charset="0"/>
              </a:rPr>
              <a:t>G.S.COLLEGE OF COMMERCE WARDHA</a:t>
            </a:r>
          </a:p>
        </p:txBody>
      </p:sp>
      <p:sp>
        <p:nvSpPr>
          <p:cNvPr id="3" name="Subtitle 2">
            <a:extLst>
              <a:ext uri="{FF2B5EF4-FFF2-40B4-BE49-F238E27FC236}">
                <a16:creationId xmlns:a16="http://schemas.microsoft.com/office/drawing/2014/main" id="{4674A968-7DB1-48C5-982C-D22176AB85C2}"/>
              </a:ext>
            </a:extLst>
          </p:cNvPr>
          <p:cNvSpPr>
            <a:spLocks noGrp="1"/>
          </p:cNvSpPr>
          <p:nvPr>
            <p:ph type="subTitle" idx="1"/>
          </p:nvPr>
        </p:nvSpPr>
        <p:spPr>
          <a:xfrm>
            <a:off x="653143" y="3848047"/>
            <a:ext cx="11538857" cy="3009953"/>
          </a:xfrm>
        </p:spPr>
        <p:txBody>
          <a:bodyPr>
            <a:normAutofit fontScale="32500" lnSpcReduction="20000"/>
          </a:bodyPr>
          <a:lstStyle/>
          <a:p>
            <a:pPr algn="l"/>
            <a:r>
              <a:rPr lang="en-IN" sz="20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Algerian" panose="04020705040A02060702" pitchFamily="82" charset="0"/>
              </a:rPr>
              <a:t>  </a:t>
            </a:r>
            <a:r>
              <a:rPr lang="en-IN" sz="20200" b="1" dirty="0" err="1">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Algerian" panose="04020705040A02060702" pitchFamily="82" charset="0"/>
              </a:rPr>
              <a:t>Strem</a:t>
            </a:r>
            <a:r>
              <a:rPr lang="en-IN" sz="202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Algerian" panose="04020705040A02060702" pitchFamily="82" charset="0"/>
              </a:rPr>
              <a:t> Study hub</a:t>
            </a:r>
          </a:p>
          <a:p>
            <a:endParaRPr lang="en-IN" sz="8000" dirty="0">
              <a:latin typeface="Arial Narrow" panose="020B0606020202030204" pitchFamily="34" charset="0"/>
            </a:endParaRPr>
          </a:p>
          <a:p>
            <a:endParaRPr lang="en-IN" sz="8000" dirty="0">
              <a:latin typeface="Arial Narrow" panose="020B0606020202030204" pitchFamily="34" charset="0"/>
            </a:endParaRPr>
          </a:p>
          <a:p>
            <a:r>
              <a:rPr lang="en-IN" sz="5000" dirty="0">
                <a:latin typeface="Arial Narrow" panose="020B0606020202030204" pitchFamily="34" charset="0"/>
              </a:rPr>
              <a:t>                                                                       </a:t>
            </a:r>
          </a:p>
          <a:p>
            <a:r>
              <a:rPr lang="en-IN" sz="5000" dirty="0">
                <a:latin typeface="Arial Narrow" panose="020B0606020202030204" pitchFamily="34" charset="0"/>
              </a:rPr>
              <a:t>                                                                                                                                                            </a:t>
            </a:r>
          </a:p>
          <a:p>
            <a:r>
              <a:rPr lang="en-IN" sz="5000" dirty="0">
                <a:latin typeface="Arial Narrow" panose="020B0606020202030204" pitchFamily="34" charset="0"/>
              </a:rPr>
              <a:t>                                                                                                                                                                                     </a:t>
            </a:r>
            <a:r>
              <a:rPr lang="en-IN" sz="7000" dirty="0">
                <a:latin typeface="Arial Narrow" panose="020B0606020202030204" pitchFamily="34" charset="0"/>
              </a:rPr>
              <a:t>Ms. Chetana Chute</a:t>
            </a:r>
          </a:p>
          <a:p>
            <a:r>
              <a:rPr lang="en-IN" sz="7000" dirty="0">
                <a:latin typeface="Arial Narrow" panose="020B0606020202030204" pitchFamily="34" charset="0"/>
              </a:rPr>
              <a:t>					</a:t>
            </a:r>
          </a:p>
        </p:txBody>
      </p:sp>
      <p:pic>
        <p:nvPicPr>
          <p:cNvPr id="5" name="Picture 4">
            <a:extLst>
              <a:ext uri="{FF2B5EF4-FFF2-40B4-BE49-F238E27FC236}">
                <a16:creationId xmlns:a16="http://schemas.microsoft.com/office/drawing/2014/main" id="{40ABBFAA-016E-4A7F-8846-4E16706B1E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70190" y="646326"/>
            <a:ext cx="2257782" cy="2257782"/>
          </a:xfrm>
          <a:prstGeom prst="rect">
            <a:avLst/>
          </a:prstGeom>
        </p:spPr>
      </p:pic>
    </p:spTree>
    <p:extLst>
      <p:ext uri="{BB962C8B-B14F-4D97-AF65-F5344CB8AC3E}">
        <p14:creationId xmlns:p14="http://schemas.microsoft.com/office/powerpoint/2010/main" val="1539340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A78A8-0052-47F8-B020-A37D2B7DE304}"/>
              </a:ext>
            </a:extLst>
          </p:cNvPr>
          <p:cNvSpPr>
            <a:spLocks noGrp="1"/>
          </p:cNvSpPr>
          <p:nvPr>
            <p:ph type="title"/>
          </p:nvPr>
        </p:nvSpPr>
        <p:spPr/>
        <p:txBody>
          <a:bodyPr>
            <a:normAutofit/>
          </a:bodyPr>
          <a:lstStyle/>
          <a:p>
            <a:pPr marL="571500" indent="-571500">
              <a:buFont typeface="Wingdings" panose="05000000000000000000" pitchFamily="2" charset="2"/>
              <a:buChar char="Ø"/>
            </a:pPr>
            <a:r>
              <a:rPr lang="en-IN" sz="2800" dirty="0">
                <a:latin typeface="Arial Black" panose="020B0A04020102020204" pitchFamily="34" charset="0"/>
              </a:rPr>
              <a:t>Introduction</a:t>
            </a:r>
          </a:p>
        </p:txBody>
      </p:sp>
      <p:sp>
        <p:nvSpPr>
          <p:cNvPr id="3" name="Content Placeholder 2">
            <a:extLst>
              <a:ext uri="{FF2B5EF4-FFF2-40B4-BE49-F238E27FC236}">
                <a16:creationId xmlns:a16="http://schemas.microsoft.com/office/drawing/2014/main" id="{65FE9923-E9AF-47B6-B158-D28259D89F49}"/>
              </a:ext>
            </a:extLst>
          </p:cNvPr>
          <p:cNvSpPr>
            <a:spLocks noGrp="1"/>
          </p:cNvSpPr>
          <p:nvPr>
            <p:ph idx="1"/>
          </p:nvPr>
        </p:nvSpPr>
        <p:spPr>
          <a:xfrm>
            <a:off x="1165933" y="1690688"/>
            <a:ext cx="10515600" cy="4351338"/>
          </a:xfrm>
        </p:spPr>
        <p:txBody>
          <a:bodyPr>
            <a:normAutofit/>
          </a:bodyPr>
          <a:lstStyle/>
          <a:p>
            <a:r>
              <a:rPr lang="en-IN" sz="2000" dirty="0">
                <a:latin typeface="Aparajita" panose="02020603050405020304" pitchFamily="18" charset="0"/>
                <a:cs typeface="Aparajita" panose="02020603050405020304" pitchFamily="18" charset="0"/>
              </a:rPr>
              <a:t>The e-voting project is an online voting system through which the citizens can vote from any where not be able to participate in voting system due to any reasons. Our moto is to be achieve maximum participation is voting system. The candidate have to register first by using sign-up  portal. Then the register user will be able to access the home –page and use the various functions like voting ,survey ,parties profile etc.</a:t>
            </a:r>
          </a:p>
          <a:p>
            <a:r>
              <a:rPr lang="en-IN" sz="2000" dirty="0">
                <a:latin typeface="Aparajita" panose="02020603050405020304" pitchFamily="18" charset="0"/>
                <a:cs typeface="Aparajita" panose="02020603050405020304" pitchFamily="18" charset="0"/>
              </a:rPr>
              <a:t>Candidate authentication using voter-id and UID(Unique Identification numbers), Verification using OTP voter privacy,  voting  security, quick notification.</a:t>
            </a:r>
          </a:p>
          <a:p>
            <a:r>
              <a:rPr lang="en-IN" sz="2000" dirty="0">
                <a:latin typeface="Aparajita" panose="02020603050405020304" pitchFamily="18" charset="0"/>
                <a:cs typeface="Aparajita" panose="02020603050405020304" pitchFamily="18" charset="0"/>
              </a:rPr>
              <a:t>Software requirement specification.</a:t>
            </a:r>
          </a:p>
        </p:txBody>
      </p:sp>
      <p:pic>
        <p:nvPicPr>
          <p:cNvPr id="5" name="Picture 4">
            <a:extLst>
              <a:ext uri="{FF2B5EF4-FFF2-40B4-BE49-F238E27FC236}">
                <a16:creationId xmlns:a16="http://schemas.microsoft.com/office/drawing/2014/main" id="{743F85E6-FAFE-4949-BD91-8BEFD928A3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6580" y="4230964"/>
            <a:ext cx="5717220" cy="2261911"/>
          </a:xfrm>
          <a:prstGeom prst="rect">
            <a:avLst/>
          </a:prstGeom>
        </p:spPr>
      </p:pic>
    </p:spTree>
    <p:extLst>
      <p:ext uri="{BB962C8B-B14F-4D97-AF65-F5344CB8AC3E}">
        <p14:creationId xmlns:p14="http://schemas.microsoft.com/office/powerpoint/2010/main" val="2792332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3201-9055-431A-86E4-0835E584D909}"/>
              </a:ext>
            </a:extLst>
          </p:cNvPr>
          <p:cNvSpPr>
            <a:spLocks noGrp="1"/>
          </p:cNvSpPr>
          <p:nvPr>
            <p:ph type="title"/>
          </p:nvPr>
        </p:nvSpPr>
        <p:spPr/>
        <p:txBody>
          <a:bodyPr>
            <a:normAutofit/>
          </a:bodyPr>
          <a:lstStyle/>
          <a:p>
            <a:pPr marL="571500" indent="-571500">
              <a:buFont typeface="Wingdings" panose="05000000000000000000" pitchFamily="2" charset="2"/>
              <a:buChar char="Ø"/>
            </a:pPr>
            <a:r>
              <a:rPr lang="en-IN" sz="2800" dirty="0">
                <a:latin typeface="Arial Black" panose="020B0A04020102020204" pitchFamily="34" charset="0"/>
              </a:rPr>
              <a:t>Functionality</a:t>
            </a:r>
          </a:p>
        </p:txBody>
      </p:sp>
      <p:sp>
        <p:nvSpPr>
          <p:cNvPr id="3" name="Content Placeholder 2">
            <a:extLst>
              <a:ext uri="{FF2B5EF4-FFF2-40B4-BE49-F238E27FC236}">
                <a16:creationId xmlns:a16="http://schemas.microsoft.com/office/drawing/2014/main" id="{BC0EAA86-3400-44D8-BCB9-E0CB430A3B6A}"/>
              </a:ext>
            </a:extLst>
          </p:cNvPr>
          <p:cNvSpPr>
            <a:spLocks noGrp="1"/>
          </p:cNvSpPr>
          <p:nvPr>
            <p:ph idx="1"/>
          </p:nvPr>
        </p:nvSpPr>
        <p:spPr>
          <a:xfrm>
            <a:off x="838200" y="1834502"/>
            <a:ext cx="10515600" cy="4351338"/>
          </a:xfrm>
        </p:spPr>
        <p:txBody>
          <a:bodyPr>
            <a:normAutofit/>
          </a:bodyPr>
          <a:lstStyle/>
          <a:p>
            <a:r>
              <a:rPr lang="en-IN" sz="2000" dirty="0">
                <a:latin typeface="Aparajita" panose="02020603050405020304" pitchFamily="18" charset="0"/>
                <a:cs typeface="Aparajita" panose="02020603050405020304" pitchFamily="18" charset="0"/>
              </a:rPr>
              <a:t>Candidate Authentication</a:t>
            </a:r>
          </a:p>
          <a:p>
            <a:r>
              <a:rPr lang="en-IN" sz="2000" dirty="0">
                <a:latin typeface="Aparajita" panose="02020603050405020304" pitchFamily="18" charset="0"/>
                <a:cs typeface="Aparajita" panose="02020603050405020304" pitchFamily="18" charset="0"/>
              </a:rPr>
              <a:t>Voter privacy</a:t>
            </a:r>
          </a:p>
          <a:p>
            <a:r>
              <a:rPr lang="en-IN" sz="2000" dirty="0">
                <a:latin typeface="Aparajita" panose="02020603050405020304" pitchFamily="18" charset="0"/>
                <a:cs typeface="Aparajita" panose="02020603050405020304" pitchFamily="18" charset="0"/>
              </a:rPr>
              <a:t>OTP generation</a:t>
            </a:r>
          </a:p>
          <a:p>
            <a:r>
              <a:rPr lang="en-IN" sz="2000" dirty="0">
                <a:latin typeface="Aparajita" panose="02020603050405020304" pitchFamily="18" charset="0"/>
                <a:cs typeface="Aparajita" panose="02020603050405020304" pitchFamily="18" charset="0"/>
              </a:rPr>
              <a:t>Authorization and security</a:t>
            </a:r>
          </a:p>
          <a:p>
            <a:r>
              <a:rPr lang="en-IN" sz="2000" dirty="0">
                <a:latin typeface="Aparajita" panose="02020603050405020304" pitchFamily="18" charset="0"/>
                <a:cs typeface="Aparajita" panose="02020603050405020304" pitchFamily="18" charset="0"/>
              </a:rPr>
              <a:t>Quick notification and updating</a:t>
            </a:r>
          </a:p>
          <a:p>
            <a:r>
              <a:rPr lang="en-IN" sz="2000" dirty="0">
                <a:latin typeface="Aparajita" panose="02020603050405020304" pitchFamily="18" charset="0"/>
                <a:cs typeface="Aparajita" panose="02020603050405020304" pitchFamily="18" charset="0"/>
              </a:rPr>
              <a:t>Other functionality</a:t>
            </a:r>
          </a:p>
          <a:p>
            <a:pPr>
              <a:buFont typeface="Wingdings" panose="05000000000000000000" pitchFamily="2" charset="2"/>
              <a:buChar char="ü"/>
            </a:pPr>
            <a:r>
              <a:rPr lang="en-IN" sz="2000" dirty="0">
                <a:latin typeface="Aparajita" panose="02020603050405020304" pitchFamily="18" charset="0"/>
                <a:cs typeface="Aparajita" panose="02020603050405020304" pitchFamily="18" charset="0"/>
              </a:rPr>
              <a:t>Parties profile</a:t>
            </a:r>
          </a:p>
        </p:txBody>
      </p:sp>
      <p:pic>
        <p:nvPicPr>
          <p:cNvPr id="5" name="Picture 4">
            <a:extLst>
              <a:ext uri="{FF2B5EF4-FFF2-40B4-BE49-F238E27FC236}">
                <a16:creationId xmlns:a16="http://schemas.microsoft.com/office/drawing/2014/main" id="{70176DD5-B798-4145-91E0-76C8608F6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2405850"/>
            <a:ext cx="5338439" cy="3648722"/>
          </a:xfrm>
          <a:prstGeom prst="rect">
            <a:avLst/>
          </a:prstGeom>
        </p:spPr>
      </p:pic>
    </p:spTree>
    <p:extLst>
      <p:ext uri="{BB962C8B-B14F-4D97-AF65-F5344CB8AC3E}">
        <p14:creationId xmlns:p14="http://schemas.microsoft.com/office/powerpoint/2010/main" val="3279643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DB1DC-AB72-4935-AA7F-535149B03CAB}"/>
              </a:ext>
            </a:extLst>
          </p:cNvPr>
          <p:cNvSpPr>
            <a:spLocks noGrp="1"/>
          </p:cNvSpPr>
          <p:nvPr>
            <p:ph type="title"/>
          </p:nvPr>
        </p:nvSpPr>
        <p:spPr/>
        <p:txBody>
          <a:bodyPr>
            <a:normAutofit/>
          </a:bodyPr>
          <a:lstStyle/>
          <a:p>
            <a:pPr marL="571500" indent="-571500">
              <a:buFont typeface="Wingdings" panose="05000000000000000000" pitchFamily="2" charset="2"/>
              <a:buChar char="Ø"/>
            </a:pPr>
            <a:r>
              <a:rPr lang="en-IN" sz="2400" dirty="0">
                <a:latin typeface="Arial Black" panose="020B0A04020102020204" pitchFamily="34" charset="0"/>
                <a:cs typeface="Aparajita" panose="02020603050405020304" pitchFamily="18" charset="0"/>
              </a:rPr>
              <a:t>Registration and login from</a:t>
            </a:r>
          </a:p>
        </p:txBody>
      </p:sp>
      <p:pic>
        <p:nvPicPr>
          <p:cNvPr id="4" name="Picture 3">
            <a:extLst>
              <a:ext uri="{FF2B5EF4-FFF2-40B4-BE49-F238E27FC236}">
                <a16:creationId xmlns:a16="http://schemas.microsoft.com/office/drawing/2014/main" id="{098761AB-0BF1-4D62-804E-A1D8851BE2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7703" y="2093196"/>
            <a:ext cx="4572000" cy="3429000"/>
          </a:xfrm>
          <a:prstGeom prst="rect">
            <a:avLst/>
          </a:prstGeom>
        </p:spPr>
      </p:pic>
      <p:pic>
        <p:nvPicPr>
          <p:cNvPr id="6" name="Picture 5">
            <a:extLst>
              <a:ext uri="{FF2B5EF4-FFF2-40B4-BE49-F238E27FC236}">
                <a16:creationId xmlns:a16="http://schemas.microsoft.com/office/drawing/2014/main" id="{D94504A1-0D0C-450C-A6B9-0EB7319C2C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4985" y="1782477"/>
            <a:ext cx="4257675" cy="4710398"/>
          </a:xfrm>
          <a:prstGeom prst="rect">
            <a:avLst/>
          </a:prstGeom>
        </p:spPr>
      </p:pic>
    </p:spTree>
    <p:extLst>
      <p:ext uri="{BB962C8B-B14F-4D97-AF65-F5344CB8AC3E}">
        <p14:creationId xmlns:p14="http://schemas.microsoft.com/office/powerpoint/2010/main" val="1781158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310FE-B1F4-4BF4-87B0-67D49FB49C26}"/>
              </a:ext>
            </a:extLst>
          </p:cNvPr>
          <p:cNvSpPr>
            <a:spLocks noGrp="1"/>
          </p:cNvSpPr>
          <p:nvPr>
            <p:ph type="title"/>
          </p:nvPr>
        </p:nvSpPr>
        <p:spPr/>
        <p:txBody>
          <a:bodyPr>
            <a:normAutofit/>
          </a:bodyPr>
          <a:lstStyle/>
          <a:p>
            <a:pPr marL="571500" indent="-571500">
              <a:buFont typeface="Wingdings" panose="05000000000000000000" pitchFamily="2" charset="2"/>
              <a:buChar char="Ø"/>
            </a:pPr>
            <a:r>
              <a:rPr lang="en-IN" sz="2400" dirty="0">
                <a:latin typeface="Arial Black" panose="020B0A04020102020204" pitchFamily="34" charset="0"/>
              </a:rPr>
              <a:t>Conclusion and Future Scope</a:t>
            </a:r>
          </a:p>
        </p:txBody>
      </p:sp>
      <p:sp>
        <p:nvSpPr>
          <p:cNvPr id="3" name="Content Placeholder 2">
            <a:extLst>
              <a:ext uri="{FF2B5EF4-FFF2-40B4-BE49-F238E27FC236}">
                <a16:creationId xmlns:a16="http://schemas.microsoft.com/office/drawing/2014/main" id="{DAFD651E-E708-444A-8EC1-D707C4C7AF79}"/>
              </a:ext>
            </a:extLst>
          </p:cNvPr>
          <p:cNvSpPr>
            <a:spLocks noGrp="1"/>
          </p:cNvSpPr>
          <p:nvPr>
            <p:ph idx="1"/>
          </p:nvPr>
        </p:nvSpPr>
        <p:spPr/>
        <p:txBody>
          <a:bodyPr>
            <a:normAutofit/>
          </a:bodyPr>
          <a:lstStyle/>
          <a:p>
            <a:r>
              <a:rPr lang="en-IN" sz="2400" dirty="0">
                <a:latin typeface="Aparajita" panose="02020603050405020304" pitchFamily="18" charset="0"/>
                <a:cs typeface="Aparajita" panose="02020603050405020304" pitchFamily="18" charset="0"/>
              </a:rPr>
              <a:t>Maximum participation in voting will be done in future as we all are in the digital era.</a:t>
            </a:r>
          </a:p>
          <a:p>
            <a:r>
              <a:rPr lang="en-IN" sz="2400" dirty="0">
                <a:latin typeface="Aparajita" panose="02020603050405020304" pitchFamily="18" charset="0"/>
                <a:cs typeface="Aparajita" panose="02020603050405020304" pitchFamily="18" charset="0"/>
              </a:rPr>
              <a:t>Advertisement of the parties will also be managed easily which will reduce the cost of campaigning.</a:t>
            </a:r>
          </a:p>
          <a:p>
            <a:r>
              <a:rPr lang="en-IN" sz="2400" dirty="0">
                <a:latin typeface="Aparajita" panose="02020603050405020304" pitchFamily="18" charset="0"/>
                <a:cs typeface="Aparajita" panose="02020603050405020304" pitchFamily="18" charset="0"/>
              </a:rPr>
              <a:t>No need for extra booth for handling the crowd which will reduce the cost of security for election committee.</a:t>
            </a:r>
          </a:p>
          <a:p>
            <a:r>
              <a:rPr lang="en-IN" sz="2400" dirty="0">
                <a:latin typeface="Aparajita" panose="02020603050405020304" pitchFamily="18" charset="0"/>
                <a:cs typeface="Aparajita" panose="02020603050405020304" pitchFamily="18" charset="0"/>
              </a:rPr>
              <a:t>Lots of government of survey for the current project and the updating project will be conducted easily.</a:t>
            </a:r>
          </a:p>
          <a:p>
            <a:r>
              <a:rPr lang="en-IN" sz="2400" dirty="0">
                <a:latin typeface="Aparajita" panose="02020603050405020304" pitchFamily="18" charset="0"/>
                <a:cs typeface="Aparajita" panose="02020603050405020304" pitchFamily="18" charset="0"/>
              </a:rPr>
              <a:t>The candidates who are not able to vote by going to the booth because of their physical or other issues will also be able to given their participation</a:t>
            </a:r>
            <a:r>
              <a:rPr lang="en-IN" sz="2000" dirty="0"/>
              <a:t>.</a:t>
            </a:r>
          </a:p>
        </p:txBody>
      </p:sp>
      <p:pic>
        <p:nvPicPr>
          <p:cNvPr id="5" name="Picture 4">
            <a:extLst>
              <a:ext uri="{FF2B5EF4-FFF2-40B4-BE49-F238E27FC236}">
                <a16:creationId xmlns:a16="http://schemas.microsoft.com/office/drawing/2014/main" id="{B9B9B094-2DEC-45DE-8898-097BB6F96E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62943" y="416796"/>
            <a:ext cx="1100833" cy="904382"/>
          </a:xfrm>
          <a:prstGeom prst="rect">
            <a:avLst/>
          </a:prstGeom>
        </p:spPr>
      </p:pic>
    </p:spTree>
    <p:extLst>
      <p:ext uri="{BB962C8B-B14F-4D97-AF65-F5344CB8AC3E}">
        <p14:creationId xmlns:p14="http://schemas.microsoft.com/office/powerpoint/2010/main" val="776147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571500" indent="-571500">
              <a:buFont typeface="Wingdings" pitchFamily="2" charset="2"/>
              <a:buChar char="Ø"/>
            </a:pPr>
            <a:r>
              <a:rPr lang="en-IN" b="1" dirty="0"/>
              <a:t>Design And Implementation </a:t>
            </a:r>
            <a:r>
              <a:rPr lang="en-IN" dirty="0"/>
              <a:t>:-</a:t>
            </a:r>
          </a:p>
        </p:txBody>
      </p:sp>
      <p:sp>
        <p:nvSpPr>
          <p:cNvPr id="3" name="Content Placeholder 2"/>
          <p:cNvSpPr>
            <a:spLocks noGrp="1"/>
          </p:cNvSpPr>
          <p:nvPr>
            <p:ph idx="1"/>
          </p:nvPr>
        </p:nvSpPr>
        <p:spPr/>
        <p:txBody>
          <a:bodyPr/>
          <a:lstStyle/>
          <a:p>
            <a:pPr marL="0" indent="0">
              <a:buNone/>
            </a:pPr>
            <a:r>
              <a:rPr lang="en-IN" dirty="0"/>
              <a:t>Front-End :- Html, </a:t>
            </a:r>
            <a:r>
              <a:rPr lang="en-IN" dirty="0" err="1"/>
              <a:t>Css</a:t>
            </a:r>
            <a:r>
              <a:rPr lang="en-IN" dirty="0"/>
              <a:t>, </a:t>
            </a:r>
            <a:r>
              <a:rPr lang="en-IN" dirty="0" err="1"/>
              <a:t>Javascript</a:t>
            </a:r>
            <a:r>
              <a:rPr lang="en-IN" dirty="0"/>
              <a:t>.</a:t>
            </a:r>
          </a:p>
          <a:p>
            <a:pPr marL="0" indent="0">
              <a:buNone/>
            </a:pPr>
            <a:r>
              <a:rPr lang="en-IN" dirty="0"/>
              <a:t>Back-End :- using Database.</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1836123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653120"/>
          </a:xfrm>
        </p:spPr>
        <p:txBody>
          <a:bodyPr>
            <a:normAutofit/>
            <a:scene3d>
              <a:camera prst="orthographicFront">
                <a:rot lat="0" lon="0" rev="0"/>
              </a:camera>
              <a:lightRig rig="contrasting" dir="t">
                <a:rot lat="0" lon="0" rev="4500000"/>
              </a:lightRig>
            </a:scene3d>
            <a:sp3d contourW="6350" prstMaterial="metal">
              <a:bevelT w="127000" h="31750" prst="relaxedInset"/>
              <a:contourClr>
                <a:schemeClr val="accent1">
                  <a:shade val="75000"/>
                </a:schemeClr>
              </a:contourClr>
            </a:sp3d>
          </a:bodyPr>
          <a:lstStyle/>
          <a:p>
            <a:r>
              <a:rPr lang="en-IN" sz="6000" b="1" i="1" cap="all" dirty="0">
                <a:ln w="0"/>
                <a:gradFill flip="none">
                  <a:gsLst>
                    <a:gs pos="0">
                      <a:schemeClr val="accent1">
                        <a:tint val="75000"/>
                        <a:shade val="75000"/>
                        <a:satMod val="170000"/>
                      </a:schemeClr>
                    </a:gs>
                    <a:gs pos="49000">
                      <a:schemeClr val="accent1">
                        <a:tint val="88000"/>
                        <a:shade val="65000"/>
                        <a:satMod val="172000"/>
                      </a:schemeClr>
                    </a:gs>
                    <a:gs pos="50000">
                      <a:schemeClr val="accent1">
                        <a:shade val="65000"/>
                        <a:satMod val="130000"/>
                      </a:schemeClr>
                    </a:gs>
                    <a:gs pos="92000">
                      <a:schemeClr val="accent1">
                        <a:shade val="50000"/>
                        <a:satMod val="120000"/>
                      </a:schemeClr>
                    </a:gs>
                    <a:gs pos="100000">
                      <a:schemeClr val="accent1">
                        <a:shade val="48000"/>
                        <a:satMod val="120000"/>
                      </a:schemeClr>
                    </a:gs>
                  </a:gsLst>
                  <a:lin ang="5400000"/>
                </a:gradFill>
                <a:effectLst>
                  <a:reflection blurRad="12700" stA="50000" endPos="50000" dist="5000" dir="5400000" sy="-100000" rotWithShape="0"/>
                </a:effectLst>
              </a:rPr>
              <a:t>                   Thank you</a:t>
            </a:r>
          </a:p>
        </p:txBody>
      </p:sp>
    </p:spTree>
    <p:extLst>
      <p:ext uri="{BB962C8B-B14F-4D97-AF65-F5344CB8AC3E}">
        <p14:creationId xmlns:p14="http://schemas.microsoft.com/office/powerpoint/2010/main" val="2377466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260</TotalTime>
  <Words>280</Words>
  <Application>Microsoft Office PowerPoint</Application>
  <PresentationFormat>Widescreen</PresentationFormat>
  <Paragraphs>31</Paragraphs>
  <Slides>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vt:i4>
      </vt:variant>
    </vt:vector>
  </HeadingPairs>
  <TitlesOfParts>
    <vt:vector size="17" baseType="lpstr">
      <vt:lpstr>Algerian</vt:lpstr>
      <vt:lpstr>Aparajita</vt:lpstr>
      <vt:lpstr>Arial</vt:lpstr>
      <vt:lpstr>Arial Black</vt:lpstr>
      <vt:lpstr>Arial Narrow</vt:lpstr>
      <vt:lpstr>Bodoni MT Condensed</vt:lpstr>
      <vt:lpstr>Calibri</vt:lpstr>
      <vt:lpstr>Calibri Light</vt:lpstr>
      <vt:lpstr>Wingdings</vt:lpstr>
      <vt:lpstr>Office Theme</vt:lpstr>
      <vt:lpstr>G.S.COLLEGE OF COMMERCE WARDHA</vt:lpstr>
      <vt:lpstr>Introduction</vt:lpstr>
      <vt:lpstr>Functionality</vt:lpstr>
      <vt:lpstr>Registration and login from</vt:lpstr>
      <vt:lpstr>Conclusion and Future Scope</vt:lpstr>
      <vt:lpstr>Design And Implementation :-</vt:lpstr>
      <vt:lpstr>                   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 S COLLEGE WARDHA</dc:title>
  <dc:creator>payal wadatkar</dc:creator>
  <cp:lastModifiedBy>Chetana Chute</cp:lastModifiedBy>
  <cp:revision>13</cp:revision>
  <dcterms:created xsi:type="dcterms:W3CDTF">2022-01-23T17:06:44Z</dcterms:created>
  <dcterms:modified xsi:type="dcterms:W3CDTF">2024-04-11T04:50:27Z</dcterms:modified>
</cp:coreProperties>
</file>